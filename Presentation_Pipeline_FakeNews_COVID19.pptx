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Détection de Fake News COVID-19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Pipeline Complet des Modèles ML — Sécurité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520440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E9FF"/>
                </a:solidFill>
              </a:rPr>
              <a:t>Niveau : 4CS   |   Encadrant : Mme Nadia   |   Mai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38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8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EDA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54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54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Prétraitement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70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70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TF-IDF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86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86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SVM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802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02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DistilBERT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18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18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LIME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3476" y="4846320"/>
            <a:ext cx="1280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3476" y="48646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SHAP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Vue d'Ensemble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9611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OBJECTIF
Détecter automatiquement les fausses
informations COVID-19 en classifiant
chaque article comme FAKE ou REAL.
DATASET
• ~10 700 articles COVID-19 (Kaggle)
• Source : CONSTRAINT dataset
• Classes : fake / real (quasi-équilibré)
• Splits : train / validation / test
APPROCHE
1. Baselines classiques (SVM, LR, RF, XGBoost)
   couplés à TF-IDF + features linguistiques
2. Fine-tuning de DistilBERT (Transformers)
3. Explicabilité : LIME, SHAP, Attention
STACK TECHNIQUE
scikit-learn · PyTorch · HuggingFace
NLTK · LIME · SHAP · Streamlit ·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005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Résultats Finaux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554480"/>
            <a:ext cx="25603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6002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Modèle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554480"/>
            <a:ext cx="10058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002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554480"/>
            <a:ext cx="10058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16002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554480"/>
            <a:ext cx="10058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16002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65960"/>
            <a:ext cx="256032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0116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SVM + TF-IDF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96596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93.9 %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96596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0116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0.939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20" y="196596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201168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0.877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377440"/>
            <a:ext cx="256032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4231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DistilBERT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37744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42316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92.9 %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37744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42316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237744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242316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88920"/>
            <a:ext cx="256032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8346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Logistic Regression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78892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92.6 %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78892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83464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278892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283464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200400"/>
            <a:ext cx="256032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32461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XGBoost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20040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3246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90.4 %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20040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3246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3200400"/>
            <a:ext cx="1005840" cy="411480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3246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3611880"/>
            <a:ext cx="256032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3657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Random Forest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61188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36576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90.1 %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61188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36576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3611880"/>
            <a:ext cx="1005840" cy="411480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36576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★ Meilleur modèle global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Analyse Exploratoire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Distribution des classes · Longueurs · Fréquences · Bigrammes · Tests statistiques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EDA — Chargement &amp; Distribution des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675120" cy="237744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4922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import pandas as pd, matplotlib.pyplot as plt, seaborn as sns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nltk.corpus import stopwords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Charger le dataset (train + val + test splits prédéfinis)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df_train = pd.read_csv('../data/raw/Constraint_Train.csv')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df_val   = pd.read_csv('../data/raw/Constraint_Val.csv')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df_test  = pd.read_csv('../data/raw/Constraint_Test.csv')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 = pd.concat([df_train, df_val], ignore_index=True)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Distribution des classes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class_dist = df['label'].value_counts()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print(f"Total : {len(df):,} articles")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print(class_dist)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&gt;&gt; real    5400   (50.4 %)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&gt;&gt; fake    5301   (49.6 %)  ← dataset quasi-équilibré</a:t>
            </a:r>
          </a:p>
        </p:txBody>
      </p:sp>
      <p:pic>
        <p:nvPicPr>
          <p:cNvPr id="6" name="Picture 5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777240"/>
            <a:ext cx="475488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3291840"/>
            <a:ext cx="6675120" cy="320040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3364992"/>
            <a:ext cx="649224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# Distribution de la longueur des textes par classe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df['word_count'] = df['tweet'].str.split().str.len()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fig, axes = plt.subplots(1, 2, figsize=(14, 5))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for cls, color in zip(['real','fake'], ['#2ecc71','#e74c3c']):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subset = df[df['label'] == cls]['word_count']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axes[0].hist(subset, bins=50, alpha=0.6, label=cls, color=color)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axes[0].set_title('Distribution du nombre de mots')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axes[0].legend()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Boxplot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sns.boxplot(data=df, x='label', y='word_count',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palette={'real':'#2ecc71','fake':'#e74c3c'}, ax=axes[1])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 : les fake news sont légèrement plus courtes (médiane ~18 vs 22 mots)</a:t>
            </a:r>
          </a:p>
        </p:txBody>
      </p:sp>
      <p:pic>
        <p:nvPicPr>
          <p:cNvPr id="9" name="Picture 8" descr="02_text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91840"/>
            <a:ext cx="47548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EDA — WordCloud &amp; N-grammes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274320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5303520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wordcloud import WordCloud, STOPWORDS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sklearn.feature_extraction.text import CountVectorizer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stop_words = set(STOPWORDS)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WordClouds par classe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for cls in ['real', 'fake']: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texts = ' '.join(df[df['label']==cls]['tweet'])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wc = WordCloud(stopwords=stop_words, background_color='black',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width=800, height=400,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colormap='Blues' if cls=='real' else 'Reds')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wc.generate(texts)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plt.imshow(wc, interpolation='bilinear')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Top Bigrammes (CountVectorizer)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get_top_ngrams(texts, n=2, top_k=20):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vec = CountVectorizer(ngram_range=(n,n), stop_words='english').fit(texts)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bag = vec.transform(texts)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sorted(zip(vec.get_feature_names_out(),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bag.toarray().sum(axis=0)),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key=lambda x: -x[1])[:top_k]</a:t>
            </a:r>
          </a:p>
        </p:txBody>
      </p:sp>
      <p:pic>
        <p:nvPicPr>
          <p:cNvPr id="6" name="Picture 5" descr="03_word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77240"/>
            <a:ext cx="5943600" cy="2560320"/>
          </a:xfrm>
          <a:prstGeom prst="rect">
            <a:avLst/>
          </a:prstGeom>
        </p:spPr>
      </p:pic>
      <p:pic>
        <p:nvPicPr>
          <p:cNvPr id="7" name="Picture 6" descr="ngrams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39"/>
            <a:ext cx="116128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Prétraitement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Pipeline de nettoyage · Features linguistiques · Tokenisation BERT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Preprocessing — Pipeline de Nettoyage de 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583680" cy="43891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400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import re, string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nltk.stem import WordNetLemmatizer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nltk.corpus import stopwords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class TextCleaner: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"""Pipeline de nettoyage : URL → minuscules → ponctuation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→ stop words → lemmatisation."""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def __init__(self, remove_stopwords=True, lemmatize=True):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self.lemmatizer   = WordNetLemmatizer()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self.stop_words   = set(stopwords.words('english'))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self.do_stopwords = remove_stopwords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self.do_lemmatize = lemmatize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def clean(self, text):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text = re.sub(r'http\S+|www\S+', '', str(text))  # URLs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text = re.sub(r'@\w+|#\w+', '', text)            # @mentions #hashtags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text = text.lower()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text = text.translate(str.maketrans('','', string.punctuation))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tokens = text.split()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if self.do_stopwords: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tokens = [t for t in tokens if t not in self.stop_words]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if self.do_lemmatize: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tokens = [self.lemmatizer.lemmatize(t) for t in tokens]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return ' '.join(tokens)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cleaner = TextCleaner()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df['cleaned_text'] = df['tweet'].apply(cleaner.clean)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822960"/>
            <a:ext cx="5029200" cy="43891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896112"/>
            <a:ext cx="484632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# Features linguistiques numériques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extract_features(df, text_col):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 = df.copy()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d['word_count']       = d[text_col].str.split().str.len()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d['char_count']       = d[text_col].str.len()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d['avg_word_length']  = d['char_count'] / (d['word_count'] + 1)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d['unique_word_ratio']= d[text_col].apply(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lambda t: len(set(t.split())) / (len(t.split())+1))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d['uppercase_ratio']  = d[text_col].apply(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lambda t: sum(1 for c in t if c.isupper()) / (len(t)+1))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d['exclamation_count']= d[text_col].str.count('!')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d['question_count']   = d[text_col].str.count('\?')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d['url_count']        = d[text_col].str.count(r'http')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d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 = extract_features(df, 'cleaned_text')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→ 12 features numériques + cleaned_text</a:t>
            </a:r>
          </a:p>
        </p:txBody>
      </p:sp>
      <p:pic>
        <p:nvPicPr>
          <p:cNvPr id="8" name="Picture 7" descr="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303520"/>
            <a:ext cx="116128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Preprocessing — Tokenisation BERT &amp; Gestion des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583680" cy="411480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4008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transformers import DistilBertTokenizer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import torch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tokenizer = DistilBertTokenizer.from_pretrained('distilbert-base-uncased')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MAX_LEN = 128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tokenize_batch(texts, labels):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enc = tokenizer(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list(texts),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padding='max_length',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truncation=True,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max_length=MAX_LEN,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return_tensors='pt'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{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'input_ids':      enc['input_ids'],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'attention_mask': enc['attention_mask'],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'labels':         torch.tensor(list(labels), dtype=torch.long)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Créer les tensors et les sauvegarder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train_tensors = tokenize_batch(df_train['cleaned_text'],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df_train['label_encoded'])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torch.save(train_tensors, '../data/processed/train_bert.pt')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 : 3 tensors de shape [N, 128] sauvegardés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822960"/>
            <a:ext cx="5029200" cy="411480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896112"/>
            <a:ext cx="484632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# Encodage des labels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sklearn.preprocessing import LabelEncoder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sklearn.utils.class_weight import compute_class_weight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import numpy as np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le = LabelEncoder()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df['label_encoded'] = le.fit_transform(df['label'])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fake=0, real=1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Poids de classe pour la loss (si déséquilibre)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class_weights = compute_class_weight(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class_weight='balanced',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classes=np.unique(df['label_encoded']),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y=df['label_encoded']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→ array([1.009, 0.991])  ← quasi-équilibré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Splits prédéfinis du dataset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print(f"Train : {len(df_train):,}")   # 6420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print(f"Val   : {len(df_val):,}")     # 2140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print(f"Test  : {len(df_test):,}")    # 2140</a:t>
            </a:r>
          </a:p>
        </p:txBody>
      </p:sp>
      <p:pic>
        <p:nvPicPr>
          <p:cNvPr id="8" name="Picture 7" descr="bert_toke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577840" cy="1627632"/>
          </a:xfrm>
          <a:prstGeom prst="rect">
            <a:avLst/>
          </a:prstGeom>
        </p:spPr>
      </p:pic>
      <p:pic>
        <p:nvPicPr>
          <p:cNvPr id="9" name="Picture 8" descr="before_after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074920"/>
            <a:ext cx="5943600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Modèles de Base (Baselines)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TF-IDF · SVM · Logistic Regression · Random Forest · XGBoost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Baselines — TF-IDF &amp; Pipeline sklearn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858000" cy="53035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675120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sklearn.feature_extraction.text import TfidfVectorizer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sklearn.pipeline import Pipeline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sklearn.compose import ColumnTransformer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sklearn.preprocessing import StandardScaler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TF-IDF : transforme chaque texte en vecteur de poids term-fréquence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tfidf = TfidfVectorizer(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max_features=10_000,   # top 10k tokens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ngram_range=(1, 2),    # unigrammes + bigrammes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min_df=2,              # ignorer les tokens trop rares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max_df=0.95,           # ignorer les tokens trop fréquents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sublinear_tf=True      # log(tf) au lieu de tf brut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Combinaison TF-IDF + features linguistiques numériques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LING_FEATURES = ['word_count','char_count','avg_word_length',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'unique_word_ratio','uppercase_ratio',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'exclamation_count','question_count','url_count']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feature_union = ColumnTransformer([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('text', Pipeline([('tfidf', tfidf)]), 'cleaned_text'),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('ling', StandardScaler(with_mean=False), LING_FEATURES),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], sparse_threshold=0.3)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Pipeline complet : features → classificateur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pipeline = Pipeline([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('features', feature_union),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('clf', None)   # remplacé par SVM / LR / RF / XGBoost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])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822960"/>
            <a:ext cx="4663440" cy="53035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896112"/>
            <a:ext cx="4480560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AE9FF"/>
                </a:solidFill>
                <a:latin typeface="Courier New"/>
              </a:rPr>
              <a:t>PIPELINE ARCHITECTURE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cleaned_text ──→ TF-IDF (10k features)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                 │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word_count    ──┐       ├── ColumnTransformer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char_count    ──┤       │     (sparse_threshold=0.3)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avg_word_len  ──┤       │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unique_ratio  ──┼──→ StandardScaler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uppercase     ──┤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exclamation   ──┘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│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▼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Matrice features [N × 10008]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│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▼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Classificateur (SVM / LR / RF / XGB)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│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      ▼</a:t>
            </a:r>
          </a:p>
          <a:p>
            <a:r>
              <a:rPr sz="1000">
                <a:solidFill>
                  <a:srgbClr val="CAE9FF"/>
                </a:solidFill>
                <a:latin typeface="Courier New"/>
              </a:rPr>
              <a:t>  Prédiction : FAKE /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Baselines — Entraînement des Modèles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7607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11430000" cy="562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sklearn.svm import LinearSVC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sklearn.linear_model import LogisticRegression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sklearn.ensemble import RandomForestClassifier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xgboost import XGBClassifier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sklearn.metrics import f1_score, accuracy_score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import pickle, os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MODELS_DIR = '../models'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SVM : grid search sur C 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best_svm, best_f1 = None, 0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for C in [0.01, 0.1, 1.0, 5.0, 10.0]: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pipe = Pipeline([('features', feature_union),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('clf', LinearSVC(C=C, max_iter=2000,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        class_weight='balanced'))])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pipe.fit(X_train, y_train)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f1 = f1_score(y_val, pipe.predict(X_val), average='macro')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if f1 &gt; best_f1: best_f1, best_svm = f1, pipe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pickle.dump(best_svm, open(f'{MODELS_DIR}/svm_linearsvc.pkl','wb'))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Logistic Regression ───────────────────────────────────────────────────────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lr_pipe = Pipeline([('features', feature_union),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('clf', LogisticRegression(C=1.0, max_iter=1000,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                class_weight='balanced'))])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lr_pipe.fit(X_train, y_train)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pickle.dump(lr_pipe, open(f'{MODELS_DIR}/logistic_regression.pkl','wb'))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Random Forest 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rf_pipe = Pipeline([('features', feature_union),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('clf', RandomForestClassifier(n_estimators=200,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                     max_depth=20, n_jobs=-1))])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rf_pipe.fit(X_train, y_train)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XGBoost 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xgb_pipe = Pipeline([('features', feature_union),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('clf', XGBClassifier(n_estimators=200, learning_rate=0.1,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            use_label_encoder=False,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                 eval_metric='logloss'))])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xgb_pipe.fit(X_train, y_train)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Baselines — Résultats &amp; Visualisations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confusion_matrice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7132320" cy="2743200"/>
          </a:xfrm>
          <a:prstGeom prst="rect">
            <a:avLst/>
          </a:prstGeom>
        </p:spPr>
      </p:pic>
      <p:pic>
        <p:nvPicPr>
          <p:cNvPr id="5" name="Picture 4" descr="07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777240"/>
            <a:ext cx="4480560" cy="2743200"/>
          </a:xfrm>
          <a:prstGeom prst="rect">
            <a:avLst/>
          </a:prstGeom>
        </p:spPr>
      </p:pic>
      <p:pic>
        <p:nvPicPr>
          <p:cNvPr id="6" name="Picture 5" descr="08_roc_curves_base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5760720" cy="3017520"/>
          </a:xfrm>
          <a:prstGeom prst="rect">
            <a:avLst/>
          </a:prstGeom>
        </p:spPr>
      </p:pic>
      <p:pic>
        <p:nvPicPr>
          <p:cNvPr id="7" name="Picture 6" descr="09_feature_importance_l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657600"/>
            <a:ext cx="5943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Modèles Avancés —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Fine-tuning DistilBERT · Courbes d'apprentissage · Comparaison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DistilBERT — Architecture &amp;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858000" cy="57607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675120" cy="562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import torch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torch import nn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transformers import (DistilBertForSequenceClassification,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DistilBertTokenizer, get_linear_schedule_with_warmup)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torch.optim import AdamW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Chargement du modèle pré-entraîné 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device = torch.device('cuda' if torch.cuda.is_available() else 'cpu')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model = DistilBertForSequenceClassification.from_pretrained(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'distilbert-base-uncased',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num_labels=2          # fake / real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).to(device)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Hyperparamètres ────────────────────────────────────────────────────────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EPOCHS     = 3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BATCH_SIZE = 16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LR         = 2e-5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optimizer = AdamW(model.parameters(), lr=LR, weight_decay=0.01)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total_steps = len(train_loader) * EPOCHS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scheduler = get_linear_schedule_with_warmup(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optimizer,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num_warmup_steps=int(0.1 * total_steps),  # 10% warmup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num_training_steps=total_steps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Boucle d'entraînement 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for epoch in range(EPOCHS):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model.train()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total_loss = 0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for batch in train_loader: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input_ids = batch['input_ids'].to(device)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attention_mask = batch['attention_mask'].to(device)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labels = batch['labels'].to(device)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outputs = model(input_ids=input_ids,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attention_mask=attention_mask,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labels=labels)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loss = outputs.loss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total_loss += loss.item()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optimizer.zero_grad()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loss.backward()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torch.nn.utils.clip_grad_norm_(model.parameters(), 1.0)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optimizer.step()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scheduler.step()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print(f"Epoch {epoch+1}/{EPOCHS}  Loss: {total_loss/len(train_loader):.4f}")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822960"/>
            <a:ext cx="4754880" cy="57607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896112"/>
            <a:ext cx="4572000" cy="562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CAE9FF"/>
                </a:solidFill>
                <a:latin typeface="Courier New"/>
              </a:rPr>
              <a:t>DISTILBERT ARCHITECTURE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Input text (max 128 tokens)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[CLS] token1 token2 ... [SEP]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DistilBERT Encoder (6 layers)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┌─────────────────────────────┐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│ Multi-Head Self-Attention   │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│ × 12 heads                 │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│                             │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│ Feed-Forward Network        │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│ (3072 hidden units)         │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└─────────────────────────────┘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 (repeated × 6)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[CLS] hidden state (dim=768)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Dropout (p=0.1)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Linear(768 → 2)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      ↓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Softmax → P(fake), P(real)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PRÉ-ENTRAÎNÉ sur 11 GB de texte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  (Wikipedia + BooksCorpus)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FINE-TUNÉ sur ~6420 exemples COVID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Paramètres: 66M  (vs 110M BERT)</a:t>
            </a:r>
          </a:p>
          <a:p>
            <a:r>
              <a:rPr sz="1050">
                <a:solidFill>
                  <a:srgbClr val="CAE9FF"/>
                </a:solidFill>
                <a:latin typeface="Courier New"/>
              </a:rPr>
              <a:t>Speedup   : ×1.6 vs BERT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DistilBERT — Courbes d'Apprentissage &amp; 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943600" cy="338328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576072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# ── Évaluation après chaque epoch 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evaluate(model, loader, device):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model.eval()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all_preds, all_labels = [], []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with torch.no_grad():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for batch in loader: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outputs = model(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input_ids=batch['input_ids'].to(device),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attention_mask=batch['attention_mask'].to(device)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preds = torch.argmax(outputs.logits, dim=1)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all_preds.extend(preds.cpu().numpy())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all_labels.extend(batch['labels'].numpy())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{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'accuracy': accuracy_score(all_labels, all_preds),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'f1':       f1_score(all_labels, all_preds, average='macro')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Résultats par epoch 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Epoch 1 : loss=0.2341  val_acc=0.908  val_f1=0.908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Epoch 2 : loss=0.1187  val_acc=0.921  val_f1=0.921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Epoch 3 : loss=0.0834  val_acc=0.929  val_f1=0.928  ← best</a:t>
            </a:r>
          </a:p>
        </p:txBody>
      </p:sp>
      <p:pic>
        <p:nvPicPr>
          <p:cNvPr id="6" name="Picture 5" descr="10_bert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77240"/>
            <a:ext cx="5669280" cy="3383280"/>
          </a:xfrm>
          <a:prstGeom prst="rect">
            <a:avLst/>
          </a:prstGeom>
        </p:spPr>
      </p:pic>
      <p:pic>
        <p:nvPicPr>
          <p:cNvPr id="7" name="Picture 6" descr="11_confusion_best_vs_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89120"/>
            <a:ext cx="5760720" cy="2331720"/>
          </a:xfrm>
          <a:prstGeom prst="rect">
            <a:avLst/>
          </a:prstGeom>
        </p:spPr>
      </p:pic>
      <p:pic>
        <p:nvPicPr>
          <p:cNvPr id="8" name="Picture 7" descr="12_roc_all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389120"/>
            <a:ext cx="57607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Évaluation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ROC · MCC · McNemar · Analyse des erreurs · Confiance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Évaluation — Métriques &amp; Tests Statistiques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858000" cy="576072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675120" cy="5623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sklearn.metrics import (accuracy_score, f1_score,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matthews_corrcoef, roc_auc_score, classification_report,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confusion_matrix, precision_recall_curve, average_precision_score)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from scipy.stats import chi2_contingency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import numpy as np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full_evaluate(name, y_true, y_pred, y_proba=None):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metrics = {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'Modèle':    name,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'Accuracy':  accuracy_score(y_true, y_pred),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'F1':        f1_score(y_true, y_pred, average='macro'),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'Precision': precision_score(y_true, y_pred, average='macro'),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'Recall':    recall_score(y_true, y_pred, average='macro'),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'MCC':       matthews_corrcoef(y_true, y_pred),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if y_proba is not None: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metrics['AUC-ROC'] = roc_auc_score(y_true, y_proba[:,1])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metrics['AP']      = average_precision_score(y_true, y_proba[:,1])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metrics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Test de McNemar : significativité des différences entre modèles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mcnemar_test(y_true, preds_a, preds_b):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correct_a = (preds_a == y_true)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correct_b = (preds_b == y_true)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b = np.sum(correct_a &amp; ~correct_b)   # A correct, B wrong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 = np.sum(~correct_a &amp; correct_b)   # A wrong, B correct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chi2 = (abs(b - c) - 1)**2 / (b + c + 1e-8)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p_value = 1 - chi2_contingency([[b, c],[c, b]])[1]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chi2, p_value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SVM vs DistilBERT : chi2=0.48, p=0.49  → différence NON significative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(les deux modèles font des erreurs sur les mêmes exemples)</a:t>
            </a:r>
          </a:p>
        </p:txBody>
      </p:sp>
      <p:pic>
        <p:nvPicPr>
          <p:cNvPr id="6" name="Picture 5" descr="final_result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777240"/>
            <a:ext cx="47548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Évaluation — Visualisations Comparatives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5760720" cy="2926080"/>
          </a:xfrm>
          <a:prstGeom prst="rect">
            <a:avLst/>
          </a:prstGeom>
        </p:spPr>
      </p:pic>
      <p:pic>
        <p:nvPicPr>
          <p:cNvPr id="5" name="Picture 4" descr="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77240"/>
            <a:ext cx="5760720" cy="2926080"/>
          </a:xfrm>
          <a:prstGeom prst="rect">
            <a:avLst/>
          </a:prstGeom>
        </p:spPr>
      </p:pic>
      <p:pic>
        <p:nvPicPr>
          <p:cNvPr id="6" name="Picture 5" descr="mcc_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760720" cy="2834640"/>
          </a:xfrm>
          <a:prstGeom prst="rect">
            <a:avLst/>
          </a:prstGeom>
        </p:spPr>
      </p:pic>
      <p:pic>
        <p:nvPicPr>
          <p:cNvPr id="7" name="Picture 6" descr="confidence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7607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560320"/>
            <a:ext cx="10972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Explicabilité des Modèles (XAI)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E9FF"/>
                </a:solidFill>
              </a:rPr>
              <a:t>Attention · LIME · SHAP · Analyse des biais · Éthique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Explicabilité — LIME &amp;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400800" cy="457200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21792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from lime.lime_text import LimeTextExplainer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import torch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LIME — approximation locale linéaire 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lime_explainer = LimeTextExplainer(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class_names=['fake', 'real'],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random_state=42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def predict_batch(texts):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"""Wrapper pour LIME : retourne P(fake), P(real) pour chaque texte."""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encodings = tokenizer(texts, padding=True, truncation=True,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        max_length=128, return_tensors='pt')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with torch.no_grad():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outputs = model(**{k: v.to(device) for k, v in encodings.items()})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probs = torch.softmax(outputs.logits, dim=1)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return probs.cpu().numpy()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Générer une explication pour un exemple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fake_text = df_test[df_test['label']=='fake']['cleaned_text'].iloc[0]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exp = lime_explainer.explain_instance(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fake_text, predict_batch,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num_features=10,   # top 10 mots influents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num_samples=500    # perturbations locales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exp.show_in_notebook()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 → mots ROUGES (→ fake) : 'spread', 'claim', 'unverified'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 → mots VERTS (→ real)  : 'study', 'research', 'published'</a:t>
            </a:r>
          </a:p>
        </p:txBody>
      </p:sp>
      <p:pic>
        <p:nvPicPr>
          <p:cNvPr id="6" name="Picture 5" descr="lime_fak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77240"/>
            <a:ext cx="5212080" cy="2240280"/>
          </a:xfrm>
          <a:prstGeom prst="rect">
            <a:avLst/>
          </a:prstGeom>
        </p:spPr>
      </p:pic>
      <p:pic>
        <p:nvPicPr>
          <p:cNvPr id="7" name="Picture 6" descr="lime_rea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154680"/>
            <a:ext cx="5212080" cy="2240280"/>
          </a:xfrm>
          <a:prstGeom prst="rect">
            <a:avLst/>
          </a:prstGeom>
        </p:spPr>
      </p:pic>
      <p:pic>
        <p:nvPicPr>
          <p:cNvPr id="8" name="Picture 7" descr="attention_fak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577840"/>
            <a:ext cx="116128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Explicabilité — SHAP &amp; Analyse des Biais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13232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6400800" cy="4754880"/>
          </a:xfrm>
          <a:prstGeom prst="rect">
            <a:avLst/>
          </a:prstGeom>
          <a:solidFill>
            <a:srgbClr val="1E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621792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AE9FF"/>
                </a:solidFill>
                <a:latin typeface="Courier New"/>
              </a:rPr>
              <a:t>import shap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SHAP — valeurs de Shapley 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SHAP masker pour texte : remplace les tokens par [MASK]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masker = shap.maskers.Text(tokenizer)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Explainer basé sur la partition (efficace pour Transformers)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shap_explainer = shap.Explainer(predict_batch, masker)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Calculer les valeurs SHAP sur un sous-ensemble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shap_values = shap_explainer(df_test['cleaned_text'][:50])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Summary plot : importance globale des tokens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shap.summary_plot(shap_values[:,:,1],  # classe 'real'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              feature_names=None, show=True)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── Analyse des biais ─────────────────────────────────────────────────────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base_text = "new treatment shows promising results against virus"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bias_tests = {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'Neutre':  base_text,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'Chine':   base_text + ' china developed',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'USA':     base_text + ' usa developed',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'Russie':  base_text + ' russia developed',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}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for name, text in bias_tests.items():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proba = predict_batch([text])[0]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    print(f"{name:8s}: P(fake)={proba[0]:.3f}  P(real)={proba[1]:.3f}")</a:t>
            </a:r>
          </a:p>
          <a:p>
            <a:r>
              <a:rPr sz="950">
                <a:solidFill>
                  <a:srgbClr val="CAE9FF"/>
                </a:solidFill>
                <a:latin typeface="Courier New"/>
              </a:rPr>
              <a:t># Résultat → biais géographique détecté (Chine → +0.04 P(fake))</a:t>
            </a:r>
          </a:p>
        </p:txBody>
      </p:sp>
      <p:pic>
        <p:nvPicPr>
          <p:cNvPr id="6" name="Picture 5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77240"/>
            <a:ext cx="5212080" cy="2743200"/>
          </a:xfrm>
          <a:prstGeom prst="rect">
            <a:avLst/>
          </a:prstGeom>
        </p:spPr>
      </p:pic>
      <p:pic>
        <p:nvPicPr>
          <p:cNvPr id="7" name="Picture 6" descr="bias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657600"/>
            <a:ext cx="5212080" cy="1828800"/>
          </a:xfrm>
          <a:prstGeom prst="rect">
            <a:avLst/>
          </a:prstGeom>
        </p:spPr>
      </p:pic>
      <p:pic>
        <p:nvPicPr>
          <p:cNvPr id="8" name="Picture 7" descr="explainabilit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715000"/>
            <a:ext cx="621792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Synthèse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E9FF"/>
                </a:solidFill>
              </a:rPr>
              <a:t>CONCLUSIONS CLÉS
1. SVM + TF-IDF (93.9 %) : meilleur modèle global.
   Vocabulaire COVID spécifique → TF-IDF très efficace.
2. DistilBERT (92.9 %) : compréhension contextuelle
   mais gain marginal sur ce corpus.
3. Baselines compétitifs : textes courts + jargon
   médical = features TF-IDF très discriminantes.
4. LIME &amp; SHAP : mots 'study', 'research', 'published'
   → real | 'claim', 'spread', 'unverified' → fake.
5. Biais détecté : termes géographiques (Chine +4%)
   à corriger avant déploiement.
TRAVAUX FUTURS
→ Multilingue (arabe, français, anglais)
→ Fact-checking APIs (Snopes, PolitiFact)
→ Modèles multi-modaux (texte + métadonnées)
→ Déploiement : API Flask + Streamlit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Tableau Récapitulatif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08760"/>
            <a:ext cx="2286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0256" y="1554480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Modèle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508760"/>
            <a:ext cx="8229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06256" y="155448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Acc.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508760"/>
            <a:ext cx="8229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9216" y="155448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8229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52176" y="155448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MCC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892808"/>
            <a:ext cx="228600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938528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SVM + TF-IDF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892808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1938528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93.9%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892808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9216" y="1938528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0.939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1892808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52176" y="1938528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0.877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276856"/>
            <a:ext cx="228600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2322576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DistilBERT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276856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2322576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92.9%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276856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2322576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2276856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52176" y="2322576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0.857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660904"/>
            <a:ext cx="228600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2706624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Log. Regression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660904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6256" y="2706624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92.6%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2660904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9216" y="2706624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0" y="2660904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52176" y="2706624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044952"/>
            <a:ext cx="228600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0256" y="3090672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XGBoost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044952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06256" y="3090672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90.4%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044952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29216" y="3090672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0" y="3044952"/>
            <a:ext cx="822960" cy="384048"/>
          </a:xfrm>
          <a:prstGeom prst="rect">
            <a:avLst/>
          </a:prstGeom>
          <a:solidFill>
            <a:srgbClr val="1E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52176" y="3090672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3429000"/>
            <a:ext cx="228600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0256" y="3474720"/>
            <a:ext cx="2249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Random Forest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3429000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06256" y="347472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90.1%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429000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29216" y="347472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0.901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429000"/>
            <a:ext cx="822960" cy="384048"/>
          </a:xfrm>
          <a:prstGeom prst="rect">
            <a:avLst/>
          </a:prstGeom>
          <a:solidFill>
            <a:srgbClr val="1528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52176" y="3474720"/>
            <a:ext cx="786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E9FF"/>
                </a:solidFill>
              </a:rPr>
              <a:t>0.803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3657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D6A0"/>
                </a:solidFill>
              </a:rPr>
              <a:t>★ Meilleur modèle  |  Dataset : COVID-19 Constraint (~10 700 articles)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25196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42885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scikit-learn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425196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42885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PyTorch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425196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0" y="42885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HuggingFace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425196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24160" y="42885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NLTK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75488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7914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LIME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63840" y="475488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47914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SHAP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475488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47914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Streamlit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24160" y="4754880"/>
            <a:ext cx="1234440" cy="384048"/>
          </a:xfrm>
          <a:prstGeom prst="rect">
            <a:avLst/>
          </a:prstGeom>
          <a:solidFill>
            <a:srgbClr val="1E3A5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24160" y="47914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Flask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